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805033-9EAA-4023-B804-BF171B3D1B9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DA7048-161E-41F4-922D-B1C25512BC00}">
      <dgm:prSet phldrT="[Text]" phldr="0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  <dgm:t>
        <a:bodyPr/>
        <a:lstStyle/>
        <a:p>
          <a:pPr algn="l"/>
          <a:r>
            <a:rPr lang="en-GB" sz="3200" b="1" dirty="0">
              <a:solidFill>
                <a:schemeClr val="tx1">
                  <a:lumMod val="75000"/>
                  <a:lumOff val="25000"/>
                </a:schemeClr>
              </a:solidFill>
            </a:rPr>
            <a:t>Wireless Wide Area Network (WWAN) is a wireless communication network that covers a large geographical area.</a:t>
          </a:r>
        </a:p>
        <a:p>
          <a:pPr algn="just"/>
          <a:r>
            <a:rPr lang="en-GB" sz="3200" b="1" dirty="0">
              <a:solidFill>
                <a:schemeClr val="tx1">
                  <a:lumMod val="75000"/>
                  <a:lumOff val="25000"/>
                </a:schemeClr>
              </a:solidFill>
            </a:rPr>
            <a:t>It uses cellular technologies such as 3G, 4G, LTE, and 5G to provide internet connectivity to mobile devices without relying on local Wi-Fi.</a:t>
          </a:r>
          <a:endParaRPr lang="en-US" sz="3200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98FE325-8E99-4EB0-97CF-AF01ED49806A}" type="parTrans" cxnId="{15B863A9-8AB9-4D6D-931F-B489B9DEA1D2}">
      <dgm:prSet/>
      <dgm:spPr/>
      <dgm:t>
        <a:bodyPr/>
        <a:lstStyle/>
        <a:p>
          <a:endParaRPr lang="en-US"/>
        </a:p>
      </dgm:t>
    </dgm:pt>
    <dgm:pt modelId="{7CDACBB3-0532-46DF-B1C6-8D02D96F8F04}" type="sibTrans" cxnId="{15B863A9-8AB9-4D6D-931F-B489B9DEA1D2}">
      <dgm:prSet/>
      <dgm:spPr/>
      <dgm:t>
        <a:bodyPr/>
        <a:lstStyle/>
        <a:p>
          <a:endParaRPr lang="en-US"/>
        </a:p>
      </dgm:t>
    </dgm:pt>
    <dgm:pt modelId="{C3E83575-6109-4069-A256-5DC135ED3C3C}" type="pres">
      <dgm:prSet presAssocID="{CA805033-9EAA-4023-B804-BF171B3D1B96}" presName="outerComposite" presStyleCnt="0">
        <dgm:presLayoutVars>
          <dgm:chMax val="5"/>
          <dgm:dir/>
          <dgm:resizeHandles val="exact"/>
        </dgm:presLayoutVars>
      </dgm:prSet>
      <dgm:spPr/>
    </dgm:pt>
    <dgm:pt modelId="{CEA32C42-82A5-4A85-8648-90F0F12D43E0}" type="pres">
      <dgm:prSet presAssocID="{CA805033-9EAA-4023-B804-BF171B3D1B96}" presName="dummyMaxCanvas" presStyleCnt="0">
        <dgm:presLayoutVars/>
      </dgm:prSet>
      <dgm:spPr/>
    </dgm:pt>
    <dgm:pt modelId="{0E8BC0C0-9D51-4EF7-BFC1-5319AA69818D}" type="pres">
      <dgm:prSet presAssocID="{CA805033-9EAA-4023-B804-BF171B3D1B96}" presName="OneNode_1" presStyleLbl="node1" presStyleIdx="0" presStyleCnt="1" custScaleY="200000" custLinFactNeighborY="-3821">
        <dgm:presLayoutVars>
          <dgm:bulletEnabled val="1"/>
        </dgm:presLayoutVars>
      </dgm:prSet>
      <dgm:spPr/>
    </dgm:pt>
  </dgm:ptLst>
  <dgm:cxnLst>
    <dgm:cxn modelId="{09CBD34D-2EEA-4E42-85D2-F3A1AC852F25}" type="presOf" srcId="{CCDA7048-161E-41F4-922D-B1C25512BC00}" destId="{0E8BC0C0-9D51-4EF7-BFC1-5319AA69818D}" srcOrd="0" destOrd="0" presId="urn:microsoft.com/office/officeart/2005/8/layout/vProcess5"/>
    <dgm:cxn modelId="{15B863A9-8AB9-4D6D-931F-B489B9DEA1D2}" srcId="{CA805033-9EAA-4023-B804-BF171B3D1B96}" destId="{CCDA7048-161E-41F4-922D-B1C25512BC00}" srcOrd="0" destOrd="0" parTransId="{298FE325-8E99-4EB0-97CF-AF01ED49806A}" sibTransId="{7CDACBB3-0532-46DF-B1C6-8D02D96F8F04}"/>
    <dgm:cxn modelId="{8F6282DA-4378-4784-8085-70176E021022}" type="presOf" srcId="{CA805033-9EAA-4023-B804-BF171B3D1B96}" destId="{C3E83575-6109-4069-A256-5DC135ED3C3C}" srcOrd="0" destOrd="0" presId="urn:microsoft.com/office/officeart/2005/8/layout/vProcess5"/>
    <dgm:cxn modelId="{755858E0-9FA8-4A62-8CDA-704B72183167}" type="presParOf" srcId="{C3E83575-6109-4069-A256-5DC135ED3C3C}" destId="{CEA32C42-82A5-4A85-8648-90F0F12D43E0}" srcOrd="0" destOrd="0" presId="urn:microsoft.com/office/officeart/2005/8/layout/vProcess5"/>
    <dgm:cxn modelId="{657F1211-0B7D-4F29-A316-62121499C766}" type="presParOf" srcId="{C3E83575-6109-4069-A256-5DC135ED3C3C}" destId="{0E8BC0C0-9D51-4EF7-BFC1-5319AA69818D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B69EB6-A4AB-4F56-A6F7-6568A90CC854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02144D-4926-4948-91F1-94A614542632}" type="pres">
      <dgm:prSet presAssocID="{EFB69EB6-A4AB-4F56-A6F7-6568A90CC854}" presName="Name0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3A252CD2-D66D-4C5E-9685-5B0A5357750D}" type="presOf" srcId="{EFB69EB6-A4AB-4F56-A6F7-6568A90CC854}" destId="{3002144D-4926-4948-91F1-94A614542632}" srcOrd="0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A90BA8-AC58-473E-99BB-A6AD6719874D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256FA8-7D1B-4EE5-BA24-5ACAE357346A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algn="l">
            <a:buNone/>
          </a:pPr>
          <a:r>
            <a:rPr lang="en-GB" sz="3200" b="1" dirty="0">
              <a:solidFill>
                <a:schemeClr val="tx1">
                  <a:lumMod val="75000"/>
                  <a:lumOff val="25000"/>
                </a:schemeClr>
              </a:solidFill>
            </a:rPr>
            <a:t>Mobile Devices</a:t>
          </a:r>
          <a:endParaRPr lang="en-US" sz="3200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AF1F6F-68B6-4252-B888-613706664C5A}" type="parTrans" cxnId="{B604EC73-40FB-4E0B-9A2E-AB875EB67DCC}">
      <dgm:prSet/>
      <dgm:spPr/>
      <dgm:t>
        <a:bodyPr/>
        <a:lstStyle/>
        <a:p>
          <a:endParaRPr lang="en-US"/>
        </a:p>
      </dgm:t>
    </dgm:pt>
    <dgm:pt modelId="{AED59A9C-6A8E-44E5-BCE6-56544AEFC789}" type="sibTrans" cxnId="{B604EC73-40FB-4E0B-9A2E-AB875EB67DCC}">
      <dgm:prSet/>
      <dgm:spPr/>
      <dgm:t>
        <a:bodyPr/>
        <a:lstStyle/>
        <a:p>
          <a:endParaRPr lang="en-US"/>
        </a:p>
      </dgm:t>
    </dgm:pt>
    <dgm:pt modelId="{2993C4D3-AC1E-4CDE-BC32-1D1CCA79A261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GB" sz="2800" dirty="0">
              <a:solidFill>
                <a:schemeClr val="tx1">
                  <a:lumMod val="75000"/>
                  <a:lumOff val="25000"/>
                </a:schemeClr>
              </a:solidFill>
            </a:rPr>
            <a:t>User Equipment</a:t>
          </a:r>
          <a:endParaRPr lang="en-US" sz="2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DB9AA7C-4E4E-4EE7-A42C-313F518BF359}" type="parTrans" cxnId="{53FFE79B-FE0B-4853-B193-101A7599FCC7}">
      <dgm:prSet/>
      <dgm:spPr/>
      <dgm:t>
        <a:bodyPr/>
        <a:lstStyle/>
        <a:p>
          <a:endParaRPr lang="en-US"/>
        </a:p>
      </dgm:t>
    </dgm:pt>
    <dgm:pt modelId="{ADDBEA86-4488-433A-993F-D7DA0841386D}" type="sibTrans" cxnId="{53FFE79B-FE0B-4853-B193-101A7599FCC7}">
      <dgm:prSet/>
      <dgm:spPr/>
      <dgm:t>
        <a:bodyPr/>
        <a:lstStyle/>
        <a:p>
          <a:endParaRPr lang="en-US"/>
        </a:p>
      </dgm:t>
    </dgm:pt>
    <dgm:pt modelId="{BAF56B85-9152-456E-B38D-348BA79258AF}">
      <dgm:prSet phldrT="[Text]" phldr="0" custT="1"/>
      <dgm:sp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GB" sz="3200" b="1" dirty="0">
              <a:solidFill>
                <a:schemeClr val="tx1">
                  <a:lumMod val="75000"/>
                  <a:lumOff val="25000"/>
                </a:schemeClr>
              </a:solidFill>
            </a:rPr>
            <a:t>Base Station</a:t>
          </a:r>
          <a:endParaRPr lang="en-US" sz="3200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EB0F865-8EF4-4E53-8B40-0A26CDD9B4D2}" type="parTrans" cxnId="{E3DCE824-16FF-4B01-9272-87FCB56AE3C5}">
      <dgm:prSet/>
      <dgm:spPr/>
      <dgm:t>
        <a:bodyPr/>
        <a:lstStyle/>
        <a:p>
          <a:endParaRPr lang="en-US"/>
        </a:p>
      </dgm:t>
    </dgm:pt>
    <dgm:pt modelId="{F750FB1E-7150-4E94-AD51-C57D67130C2D}" type="sibTrans" cxnId="{E3DCE824-16FF-4B01-9272-87FCB56AE3C5}">
      <dgm:prSet/>
      <dgm:spPr/>
      <dgm:t>
        <a:bodyPr/>
        <a:lstStyle/>
        <a:p>
          <a:endParaRPr lang="en-US"/>
        </a:p>
      </dgm:t>
    </dgm:pt>
    <dgm:pt modelId="{A10901EC-0086-48FA-AD86-34E9656F5099}">
      <dgm:prSet phldrT="[Text]" phldr="0" custT="1"/>
      <dgm:sp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GB" sz="2800" dirty="0">
              <a:solidFill>
                <a:schemeClr val="tx1">
                  <a:lumMod val="75000"/>
                  <a:lumOff val="25000"/>
                </a:schemeClr>
              </a:solidFill>
            </a:rPr>
            <a:t>Cell Towers</a:t>
          </a:r>
          <a:endParaRPr lang="en-US" sz="2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50D73E2-D283-419E-A947-9CA5181B9ACE}" type="parTrans" cxnId="{D5B89268-C5DA-45AB-BB0E-229EE041F15C}">
      <dgm:prSet/>
      <dgm:spPr/>
      <dgm:t>
        <a:bodyPr/>
        <a:lstStyle/>
        <a:p>
          <a:endParaRPr lang="en-US"/>
        </a:p>
      </dgm:t>
    </dgm:pt>
    <dgm:pt modelId="{F0F1ABB2-9740-4373-94FF-D5E97385ECAB}" type="sibTrans" cxnId="{D5B89268-C5DA-45AB-BB0E-229EE041F15C}">
      <dgm:prSet/>
      <dgm:spPr/>
      <dgm:t>
        <a:bodyPr/>
        <a:lstStyle/>
        <a:p>
          <a:endParaRPr lang="en-US"/>
        </a:p>
      </dgm:t>
    </dgm:pt>
    <dgm:pt modelId="{D809ABE8-E183-49EE-A5A5-97705615749F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3200" b="1" dirty="0">
              <a:solidFill>
                <a:schemeClr val="tx1">
                  <a:lumMod val="75000"/>
                  <a:lumOff val="25000"/>
                </a:schemeClr>
              </a:solidFill>
            </a:rPr>
            <a:t>Core Network Infrastructure</a:t>
          </a:r>
          <a:endParaRPr lang="en-US" sz="3200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5A8195B-9093-4221-8A5F-ACEDAE845A32}" type="parTrans" cxnId="{BAC0B3BB-9212-4FC9-B86B-9BE0B3DFDCFE}">
      <dgm:prSet/>
      <dgm:spPr/>
      <dgm:t>
        <a:bodyPr/>
        <a:lstStyle/>
        <a:p>
          <a:endParaRPr lang="en-US"/>
        </a:p>
      </dgm:t>
    </dgm:pt>
    <dgm:pt modelId="{57184C47-DE8A-4BB7-8A90-C7498CA70961}" type="sibTrans" cxnId="{BAC0B3BB-9212-4FC9-B86B-9BE0B3DFDCFE}">
      <dgm:prSet/>
      <dgm:spPr/>
      <dgm:t>
        <a:bodyPr/>
        <a:lstStyle/>
        <a:p>
          <a:endParaRPr lang="en-US"/>
        </a:p>
      </dgm:t>
    </dgm:pt>
    <dgm:pt modelId="{264A60DB-7DE1-466C-982C-9C5ACB83AC27}">
      <dgm:prSet phldrT="[Text]" phldr="0"/>
      <dgm:sp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GB" b="1" dirty="0">
              <a:solidFill>
                <a:schemeClr val="tx1">
                  <a:lumMod val="75000"/>
                  <a:lumOff val="25000"/>
                </a:schemeClr>
              </a:solidFill>
            </a:rPr>
            <a:t>Internet Gateway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DCE9DE1-2959-400E-9592-C2FE93AFD33B}" type="parTrans" cxnId="{92F1D327-DEFA-4CE1-9F92-77BE983084C7}">
      <dgm:prSet/>
      <dgm:spPr/>
      <dgm:t>
        <a:bodyPr/>
        <a:lstStyle/>
        <a:p>
          <a:endParaRPr lang="en-US"/>
        </a:p>
      </dgm:t>
    </dgm:pt>
    <dgm:pt modelId="{ECAD40BD-984C-4864-B82B-BA55B724B479}" type="sibTrans" cxnId="{92F1D327-DEFA-4CE1-9F92-77BE983084C7}">
      <dgm:prSet/>
      <dgm:spPr/>
      <dgm:t>
        <a:bodyPr/>
        <a:lstStyle/>
        <a:p>
          <a:endParaRPr lang="en-US"/>
        </a:p>
      </dgm:t>
    </dgm:pt>
    <dgm:pt modelId="{4A369928-5370-4C4E-A4D6-F9A8405D6ADE}" type="pres">
      <dgm:prSet presAssocID="{D9A90BA8-AC58-473E-99BB-A6AD6719874D}" presName="Name0" presStyleCnt="0">
        <dgm:presLayoutVars>
          <dgm:dir/>
          <dgm:resizeHandles val="exact"/>
        </dgm:presLayoutVars>
      </dgm:prSet>
      <dgm:spPr/>
    </dgm:pt>
    <dgm:pt modelId="{85E9CE1A-8E83-4187-B5DC-18534B169956}" type="pres">
      <dgm:prSet presAssocID="{65256FA8-7D1B-4EE5-BA24-5ACAE357346A}" presName="node" presStyleLbl="node1" presStyleIdx="0" presStyleCnt="4" custScaleX="125328">
        <dgm:presLayoutVars>
          <dgm:bulletEnabled val="1"/>
        </dgm:presLayoutVars>
      </dgm:prSet>
      <dgm:spPr/>
    </dgm:pt>
    <dgm:pt modelId="{D11139C8-8D0D-4B03-8858-F099D580ED5A}" type="pres">
      <dgm:prSet presAssocID="{AED59A9C-6A8E-44E5-BCE6-56544AEFC789}" presName="sibTrans" presStyleCnt="0"/>
      <dgm:spPr/>
    </dgm:pt>
    <dgm:pt modelId="{350BED5A-8577-457E-8B4B-3EA5CF80FFCC}" type="pres">
      <dgm:prSet presAssocID="{BAF56B85-9152-456E-B38D-348BA79258AF}" presName="node" presStyleLbl="node1" presStyleIdx="1" presStyleCnt="4" custScaleX="117653" custLinFactNeighborX="-77130">
        <dgm:presLayoutVars>
          <dgm:bulletEnabled val="1"/>
        </dgm:presLayoutVars>
      </dgm:prSet>
      <dgm:spPr/>
    </dgm:pt>
    <dgm:pt modelId="{EB59423C-046B-4AFD-B237-5E6DFF422C57}" type="pres">
      <dgm:prSet presAssocID="{F750FB1E-7150-4E94-AD51-C57D67130C2D}" presName="sibTrans" presStyleCnt="0"/>
      <dgm:spPr/>
    </dgm:pt>
    <dgm:pt modelId="{FBCBEF34-083F-418F-91E0-963BB9DB2D00}" type="pres">
      <dgm:prSet presAssocID="{D809ABE8-E183-49EE-A5A5-97705615749F}" presName="node" presStyleLbl="node1" presStyleIdx="2" presStyleCnt="4" custScaleX="153255" custLinFactX="-6684" custLinFactNeighborX="-100000">
        <dgm:presLayoutVars>
          <dgm:bulletEnabled val="1"/>
        </dgm:presLayoutVars>
      </dgm:prSet>
      <dgm:spPr/>
    </dgm:pt>
    <dgm:pt modelId="{61AFACFC-1D97-405C-8746-669483DF5E17}" type="pres">
      <dgm:prSet presAssocID="{57184C47-DE8A-4BB7-8A90-C7498CA70961}" presName="sibTrans" presStyleCnt="0"/>
      <dgm:spPr/>
    </dgm:pt>
    <dgm:pt modelId="{2550BB91-7D6A-42FF-B3D7-A6D270E25932}" type="pres">
      <dgm:prSet presAssocID="{264A60DB-7DE1-466C-982C-9C5ACB83AC27}" presName="node" presStyleLbl="node1" presStyleIdx="3" presStyleCnt="4" custScaleX="126845" custLinFactX="-12879" custLinFactNeighborX="-100000">
        <dgm:presLayoutVars>
          <dgm:bulletEnabled val="1"/>
        </dgm:presLayoutVars>
      </dgm:prSet>
      <dgm:spPr/>
    </dgm:pt>
  </dgm:ptLst>
  <dgm:cxnLst>
    <dgm:cxn modelId="{E3DCE824-16FF-4B01-9272-87FCB56AE3C5}" srcId="{D9A90BA8-AC58-473E-99BB-A6AD6719874D}" destId="{BAF56B85-9152-456E-B38D-348BA79258AF}" srcOrd="1" destOrd="0" parTransId="{2EB0F865-8EF4-4E53-8B40-0A26CDD9B4D2}" sibTransId="{F750FB1E-7150-4E94-AD51-C57D67130C2D}"/>
    <dgm:cxn modelId="{92F1D327-DEFA-4CE1-9F92-77BE983084C7}" srcId="{D9A90BA8-AC58-473E-99BB-A6AD6719874D}" destId="{264A60DB-7DE1-466C-982C-9C5ACB83AC27}" srcOrd="3" destOrd="0" parTransId="{5DCE9DE1-2959-400E-9592-C2FE93AFD33B}" sibTransId="{ECAD40BD-984C-4864-B82B-BA55B724B479}"/>
    <dgm:cxn modelId="{6D8DF935-0803-4DFD-91B7-8589DDEDC0CA}" type="presOf" srcId="{D809ABE8-E183-49EE-A5A5-97705615749F}" destId="{FBCBEF34-083F-418F-91E0-963BB9DB2D00}" srcOrd="0" destOrd="0" presId="urn:microsoft.com/office/officeart/2005/8/layout/hList6"/>
    <dgm:cxn modelId="{D5B89268-C5DA-45AB-BB0E-229EE041F15C}" srcId="{BAF56B85-9152-456E-B38D-348BA79258AF}" destId="{A10901EC-0086-48FA-AD86-34E9656F5099}" srcOrd="0" destOrd="0" parTransId="{F50D73E2-D283-419E-A947-9CA5181B9ACE}" sibTransId="{F0F1ABB2-9740-4373-94FF-D5E97385ECAB}"/>
    <dgm:cxn modelId="{0F18C769-CF5B-4E22-953D-647878C787C4}" type="presOf" srcId="{2993C4D3-AC1E-4CDE-BC32-1D1CCA79A261}" destId="{85E9CE1A-8E83-4187-B5DC-18534B169956}" srcOrd="0" destOrd="1" presId="urn:microsoft.com/office/officeart/2005/8/layout/hList6"/>
    <dgm:cxn modelId="{FD37F24C-EA35-4755-9760-A0F53E0943DB}" type="presOf" srcId="{264A60DB-7DE1-466C-982C-9C5ACB83AC27}" destId="{2550BB91-7D6A-42FF-B3D7-A6D270E25932}" srcOrd="0" destOrd="0" presId="urn:microsoft.com/office/officeart/2005/8/layout/hList6"/>
    <dgm:cxn modelId="{B604EC73-40FB-4E0B-9A2E-AB875EB67DCC}" srcId="{D9A90BA8-AC58-473E-99BB-A6AD6719874D}" destId="{65256FA8-7D1B-4EE5-BA24-5ACAE357346A}" srcOrd="0" destOrd="0" parTransId="{E5AF1F6F-68B6-4252-B888-613706664C5A}" sibTransId="{AED59A9C-6A8E-44E5-BCE6-56544AEFC789}"/>
    <dgm:cxn modelId="{277F0754-C337-4865-962D-5C4A8677B1D4}" type="presOf" srcId="{BAF56B85-9152-456E-B38D-348BA79258AF}" destId="{350BED5A-8577-457E-8B4B-3EA5CF80FFCC}" srcOrd="0" destOrd="0" presId="urn:microsoft.com/office/officeart/2005/8/layout/hList6"/>
    <dgm:cxn modelId="{53FFE79B-FE0B-4853-B193-101A7599FCC7}" srcId="{65256FA8-7D1B-4EE5-BA24-5ACAE357346A}" destId="{2993C4D3-AC1E-4CDE-BC32-1D1CCA79A261}" srcOrd="0" destOrd="0" parTransId="{1DB9AA7C-4E4E-4EE7-A42C-313F518BF359}" sibTransId="{ADDBEA86-4488-433A-993F-D7DA0841386D}"/>
    <dgm:cxn modelId="{0ACB4FA3-DCF2-4B39-AB90-A728AE9531EB}" type="presOf" srcId="{D9A90BA8-AC58-473E-99BB-A6AD6719874D}" destId="{4A369928-5370-4C4E-A4D6-F9A8405D6ADE}" srcOrd="0" destOrd="0" presId="urn:microsoft.com/office/officeart/2005/8/layout/hList6"/>
    <dgm:cxn modelId="{BAC0B3BB-9212-4FC9-B86B-9BE0B3DFDCFE}" srcId="{D9A90BA8-AC58-473E-99BB-A6AD6719874D}" destId="{D809ABE8-E183-49EE-A5A5-97705615749F}" srcOrd="2" destOrd="0" parTransId="{85A8195B-9093-4221-8A5F-ACEDAE845A32}" sibTransId="{57184C47-DE8A-4BB7-8A90-C7498CA70961}"/>
    <dgm:cxn modelId="{68917CBC-643E-4592-A0F6-78C8AC30831D}" type="presOf" srcId="{65256FA8-7D1B-4EE5-BA24-5ACAE357346A}" destId="{85E9CE1A-8E83-4187-B5DC-18534B169956}" srcOrd="0" destOrd="0" presId="urn:microsoft.com/office/officeart/2005/8/layout/hList6"/>
    <dgm:cxn modelId="{AFEC57F0-24BC-4252-BCF6-D3B632ACF46F}" type="presOf" srcId="{A10901EC-0086-48FA-AD86-34E9656F5099}" destId="{350BED5A-8577-457E-8B4B-3EA5CF80FFCC}" srcOrd="0" destOrd="1" presId="urn:microsoft.com/office/officeart/2005/8/layout/hList6"/>
    <dgm:cxn modelId="{91F5B195-ED95-44B7-B5F9-C29460087F0C}" type="presParOf" srcId="{4A369928-5370-4C4E-A4D6-F9A8405D6ADE}" destId="{85E9CE1A-8E83-4187-B5DC-18534B169956}" srcOrd="0" destOrd="0" presId="urn:microsoft.com/office/officeart/2005/8/layout/hList6"/>
    <dgm:cxn modelId="{434816B6-D913-40ED-BC35-1F1BF720DB9F}" type="presParOf" srcId="{4A369928-5370-4C4E-A4D6-F9A8405D6ADE}" destId="{D11139C8-8D0D-4B03-8858-F099D580ED5A}" srcOrd="1" destOrd="0" presId="urn:microsoft.com/office/officeart/2005/8/layout/hList6"/>
    <dgm:cxn modelId="{4EBE8A24-BF19-4768-94E3-030DDAB7A909}" type="presParOf" srcId="{4A369928-5370-4C4E-A4D6-F9A8405D6ADE}" destId="{350BED5A-8577-457E-8B4B-3EA5CF80FFCC}" srcOrd="2" destOrd="0" presId="urn:microsoft.com/office/officeart/2005/8/layout/hList6"/>
    <dgm:cxn modelId="{DD432945-E4AD-4209-B383-D8B343073404}" type="presParOf" srcId="{4A369928-5370-4C4E-A4D6-F9A8405D6ADE}" destId="{EB59423C-046B-4AFD-B237-5E6DFF422C57}" srcOrd="3" destOrd="0" presId="urn:microsoft.com/office/officeart/2005/8/layout/hList6"/>
    <dgm:cxn modelId="{DFFB30D1-1C09-460E-9600-FB665AE59F93}" type="presParOf" srcId="{4A369928-5370-4C4E-A4D6-F9A8405D6ADE}" destId="{FBCBEF34-083F-418F-91E0-963BB9DB2D00}" srcOrd="4" destOrd="0" presId="urn:microsoft.com/office/officeart/2005/8/layout/hList6"/>
    <dgm:cxn modelId="{EF30801B-7863-45D2-B902-8C478FEA9B12}" type="presParOf" srcId="{4A369928-5370-4C4E-A4D6-F9A8405D6ADE}" destId="{61AFACFC-1D97-405C-8746-669483DF5E17}" srcOrd="5" destOrd="0" presId="urn:microsoft.com/office/officeart/2005/8/layout/hList6"/>
    <dgm:cxn modelId="{B0E7800F-81FB-4F99-8E0E-95C03BCB46F5}" type="presParOf" srcId="{4A369928-5370-4C4E-A4D6-F9A8405D6ADE}" destId="{2550BB91-7D6A-42FF-B3D7-A6D270E25932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B44592-7C2C-4B28-931B-D461F67AA0C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F3087C-6C80-4937-929F-FFA4BE4B166B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60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2G</a:t>
          </a:r>
          <a:r>
            <a:rPr lang="en-GB" sz="3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Voice and SMS</a:t>
          </a:r>
          <a:endParaRPr lang="en-US" sz="3100" dirty="0">
            <a:solidFill>
              <a:schemeClr val="bg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3061AD-4E68-4254-941A-CBEB24788435}" type="parTrans" cxnId="{8323F622-DE33-4DD8-BDBC-B76AB735BA6B}">
      <dgm:prSet/>
      <dgm:spPr/>
      <dgm:t>
        <a:bodyPr/>
        <a:lstStyle/>
        <a:p>
          <a:endParaRPr lang="en-US"/>
        </a:p>
      </dgm:t>
    </dgm:pt>
    <dgm:pt modelId="{3A276AA1-2BA2-4664-955E-6B32C2C5EC51}" type="sibTrans" cxnId="{8323F622-DE33-4DD8-BDBC-B76AB735BA6B}">
      <dgm:prSet/>
      <dgm:spPr/>
      <dgm:t>
        <a:bodyPr/>
        <a:lstStyle/>
        <a:p>
          <a:endParaRPr lang="en-US"/>
        </a:p>
      </dgm:t>
    </dgm:pt>
    <dgm:pt modelId="{D25A00BA-8A55-4420-AC53-792011A889B4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60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3G</a:t>
          </a:r>
          <a:r>
            <a:rPr lang="en-US" sz="3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Multimedia and Data</a:t>
          </a:r>
        </a:p>
      </dgm:t>
    </dgm:pt>
    <dgm:pt modelId="{7635D9B9-6804-4872-B914-211AD2233EAA}" type="parTrans" cxnId="{B512F899-FEFF-4E16-9DE4-00A46845C150}">
      <dgm:prSet/>
      <dgm:spPr/>
      <dgm:t>
        <a:bodyPr/>
        <a:lstStyle/>
        <a:p>
          <a:endParaRPr lang="en-US"/>
        </a:p>
      </dgm:t>
    </dgm:pt>
    <dgm:pt modelId="{A3BA0206-13C1-48E1-89ED-2D8175089223}" type="sibTrans" cxnId="{B512F899-FEFF-4E16-9DE4-00A46845C150}">
      <dgm:prSet/>
      <dgm:spPr/>
      <dgm:t>
        <a:bodyPr/>
        <a:lstStyle/>
        <a:p>
          <a:endParaRPr lang="en-US"/>
        </a:p>
      </dgm:t>
    </dgm:pt>
    <dgm:pt modelId="{FDDAD497-6B92-4278-AE21-3390767536D7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6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4G</a:t>
          </a:r>
          <a:r>
            <a:rPr lang="en-GB" sz="3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High-speed Broadband</a:t>
          </a:r>
          <a:endParaRPr lang="en-US" sz="3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9B13ED7-DB65-43C5-993F-0E38661471C5}" type="parTrans" cxnId="{77EFD355-D7D5-4589-88F8-9EC968D4DB55}">
      <dgm:prSet/>
      <dgm:spPr/>
      <dgm:t>
        <a:bodyPr/>
        <a:lstStyle/>
        <a:p>
          <a:endParaRPr lang="en-US"/>
        </a:p>
      </dgm:t>
    </dgm:pt>
    <dgm:pt modelId="{82061A94-CC46-43F9-B5CC-0914A3138B73}" type="sibTrans" cxnId="{77EFD355-D7D5-4589-88F8-9EC968D4DB55}">
      <dgm:prSet/>
      <dgm:spPr/>
      <dgm:t>
        <a:bodyPr/>
        <a:lstStyle/>
        <a:p>
          <a:endParaRPr lang="en-US"/>
        </a:p>
      </dgm:t>
    </dgm:pt>
    <dgm:pt modelId="{F6E0247F-21AC-4D12-9E9A-71C65AB5ACB9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6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5G</a:t>
          </a:r>
          <a:r>
            <a:rPr lang="en-GB" sz="3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Ultra-fast, Low Latency Connection</a:t>
          </a:r>
          <a:endParaRPr lang="en-US" sz="3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9FE62D7-2373-42D3-8560-AA2308B5CF65}" type="parTrans" cxnId="{5E2870F7-90C7-4B77-9386-989E73A52EB0}">
      <dgm:prSet/>
      <dgm:spPr/>
      <dgm:t>
        <a:bodyPr/>
        <a:lstStyle/>
        <a:p>
          <a:endParaRPr lang="en-US"/>
        </a:p>
      </dgm:t>
    </dgm:pt>
    <dgm:pt modelId="{47B4B7E1-1942-4631-81DA-3B7FBD9C609E}" type="sibTrans" cxnId="{5E2870F7-90C7-4B77-9386-989E73A52EB0}">
      <dgm:prSet/>
      <dgm:spPr/>
      <dgm:t>
        <a:bodyPr/>
        <a:lstStyle/>
        <a:p>
          <a:endParaRPr lang="en-US"/>
        </a:p>
      </dgm:t>
    </dgm:pt>
    <dgm:pt modelId="{9156674D-EBBF-4C2A-BA44-AC0537191F2E}">
      <dgm:prSet phldrT="[Text]" phldr="0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4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Satellite </a:t>
          </a:r>
          <a:r>
            <a:rPr lang="en-GB" sz="4000" b="1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WWAN</a:t>
          </a:r>
          <a:r>
            <a:rPr lang="en-GB" sz="33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Global</a:t>
          </a:r>
          <a:r>
            <a:rPr lang="en-GB" sz="3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Coverage</a:t>
          </a:r>
          <a:endParaRPr lang="en-US" sz="33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119B045-EEDE-4D23-9C0F-A700FB6CC80E}" type="parTrans" cxnId="{C8345034-3806-483A-9387-FEC8A9601D1B}">
      <dgm:prSet/>
      <dgm:spPr/>
      <dgm:t>
        <a:bodyPr/>
        <a:lstStyle/>
        <a:p>
          <a:endParaRPr lang="en-US"/>
        </a:p>
      </dgm:t>
    </dgm:pt>
    <dgm:pt modelId="{0763419A-07E0-4D5B-9090-EC9D1FD66C08}" type="sibTrans" cxnId="{C8345034-3806-483A-9387-FEC8A9601D1B}">
      <dgm:prSet/>
      <dgm:spPr/>
      <dgm:t>
        <a:bodyPr/>
        <a:lstStyle/>
        <a:p>
          <a:endParaRPr lang="en-US"/>
        </a:p>
      </dgm:t>
    </dgm:pt>
    <dgm:pt modelId="{C5D2E897-8A2A-4DF8-8D7F-D316655D9969}" type="pres">
      <dgm:prSet presAssocID="{45B44592-7C2C-4B28-931B-D461F67AA0CE}" presName="diagram" presStyleCnt="0">
        <dgm:presLayoutVars>
          <dgm:dir/>
          <dgm:resizeHandles val="exact"/>
        </dgm:presLayoutVars>
      </dgm:prSet>
      <dgm:spPr/>
    </dgm:pt>
    <dgm:pt modelId="{9C31479C-05B5-4D99-BC86-AAD42964F5DE}" type="pres">
      <dgm:prSet presAssocID="{54F3087C-6C80-4937-929F-FFA4BE4B166B}" presName="node" presStyleLbl="node1" presStyleIdx="0" presStyleCnt="5">
        <dgm:presLayoutVars>
          <dgm:bulletEnabled val="1"/>
        </dgm:presLayoutVars>
      </dgm:prSet>
      <dgm:spPr/>
    </dgm:pt>
    <dgm:pt modelId="{717782BB-8DD6-49B4-8B36-1EF3875FFD19}" type="pres">
      <dgm:prSet presAssocID="{3A276AA1-2BA2-4664-955E-6B32C2C5EC51}" presName="sibTrans" presStyleCnt="0"/>
      <dgm:spPr/>
    </dgm:pt>
    <dgm:pt modelId="{E20C9A71-22DE-4202-8081-4A186AFE0782}" type="pres">
      <dgm:prSet presAssocID="{D25A00BA-8A55-4420-AC53-792011A889B4}" presName="node" presStyleLbl="node1" presStyleIdx="1" presStyleCnt="5">
        <dgm:presLayoutVars>
          <dgm:bulletEnabled val="1"/>
        </dgm:presLayoutVars>
      </dgm:prSet>
      <dgm:spPr/>
    </dgm:pt>
    <dgm:pt modelId="{789E0D41-D10E-48E9-8E9D-33E93AEED8DE}" type="pres">
      <dgm:prSet presAssocID="{A3BA0206-13C1-48E1-89ED-2D8175089223}" presName="sibTrans" presStyleCnt="0"/>
      <dgm:spPr/>
    </dgm:pt>
    <dgm:pt modelId="{C97A2E61-51B8-4CF1-884B-6260143E4F4A}" type="pres">
      <dgm:prSet presAssocID="{FDDAD497-6B92-4278-AE21-3390767536D7}" presName="node" presStyleLbl="node1" presStyleIdx="2" presStyleCnt="5">
        <dgm:presLayoutVars>
          <dgm:bulletEnabled val="1"/>
        </dgm:presLayoutVars>
      </dgm:prSet>
      <dgm:spPr/>
    </dgm:pt>
    <dgm:pt modelId="{227723F0-FFDD-4BF1-812B-62DA56351D35}" type="pres">
      <dgm:prSet presAssocID="{82061A94-CC46-43F9-B5CC-0914A3138B73}" presName="sibTrans" presStyleCnt="0"/>
      <dgm:spPr/>
    </dgm:pt>
    <dgm:pt modelId="{34EF1100-3FFB-4589-88B3-87075731E0DE}" type="pres">
      <dgm:prSet presAssocID="{F6E0247F-21AC-4D12-9E9A-71C65AB5ACB9}" presName="node" presStyleLbl="node1" presStyleIdx="3" presStyleCnt="5">
        <dgm:presLayoutVars>
          <dgm:bulletEnabled val="1"/>
        </dgm:presLayoutVars>
      </dgm:prSet>
      <dgm:spPr/>
    </dgm:pt>
    <dgm:pt modelId="{BE0A6E26-6D81-48D6-ADE9-16276E44079D}" type="pres">
      <dgm:prSet presAssocID="{47B4B7E1-1942-4631-81DA-3B7FBD9C609E}" presName="sibTrans" presStyleCnt="0"/>
      <dgm:spPr/>
    </dgm:pt>
    <dgm:pt modelId="{3E3861FC-7BF3-49A4-8019-3476B7C87999}" type="pres">
      <dgm:prSet presAssocID="{9156674D-EBBF-4C2A-BA44-AC0537191F2E}" presName="node" presStyleLbl="node1" presStyleIdx="4" presStyleCnt="5">
        <dgm:presLayoutVars>
          <dgm:bulletEnabled val="1"/>
        </dgm:presLayoutVars>
      </dgm:prSet>
      <dgm:spPr/>
    </dgm:pt>
  </dgm:ptLst>
  <dgm:cxnLst>
    <dgm:cxn modelId="{64711D1E-ABAE-4C92-8468-E9E35FCC414D}" type="presOf" srcId="{9156674D-EBBF-4C2A-BA44-AC0537191F2E}" destId="{3E3861FC-7BF3-49A4-8019-3476B7C87999}" srcOrd="0" destOrd="0" presId="urn:microsoft.com/office/officeart/2005/8/layout/default"/>
    <dgm:cxn modelId="{8323F622-DE33-4DD8-BDBC-B76AB735BA6B}" srcId="{45B44592-7C2C-4B28-931B-D461F67AA0CE}" destId="{54F3087C-6C80-4937-929F-FFA4BE4B166B}" srcOrd="0" destOrd="0" parTransId="{B53061AD-4E68-4254-941A-CBEB24788435}" sibTransId="{3A276AA1-2BA2-4664-955E-6B32C2C5EC51}"/>
    <dgm:cxn modelId="{C8345034-3806-483A-9387-FEC8A9601D1B}" srcId="{45B44592-7C2C-4B28-931B-D461F67AA0CE}" destId="{9156674D-EBBF-4C2A-BA44-AC0537191F2E}" srcOrd="4" destOrd="0" parTransId="{E119B045-EEDE-4D23-9C0F-A700FB6CC80E}" sibTransId="{0763419A-07E0-4D5B-9090-EC9D1FD66C08}"/>
    <dgm:cxn modelId="{77EFD355-D7D5-4589-88F8-9EC968D4DB55}" srcId="{45B44592-7C2C-4B28-931B-D461F67AA0CE}" destId="{FDDAD497-6B92-4278-AE21-3390767536D7}" srcOrd="2" destOrd="0" parTransId="{19B13ED7-DB65-43C5-993F-0E38661471C5}" sibTransId="{82061A94-CC46-43F9-B5CC-0914A3138B73}"/>
    <dgm:cxn modelId="{23B0CF76-7715-4D9E-9540-C3084F897576}" type="presOf" srcId="{FDDAD497-6B92-4278-AE21-3390767536D7}" destId="{C97A2E61-51B8-4CF1-884B-6260143E4F4A}" srcOrd="0" destOrd="0" presId="urn:microsoft.com/office/officeart/2005/8/layout/default"/>
    <dgm:cxn modelId="{B512F899-FEFF-4E16-9DE4-00A46845C150}" srcId="{45B44592-7C2C-4B28-931B-D461F67AA0CE}" destId="{D25A00BA-8A55-4420-AC53-792011A889B4}" srcOrd="1" destOrd="0" parTransId="{7635D9B9-6804-4872-B914-211AD2233EAA}" sibTransId="{A3BA0206-13C1-48E1-89ED-2D8175089223}"/>
    <dgm:cxn modelId="{F18FC7CD-B2BF-4989-9EC8-03105010AE2D}" type="presOf" srcId="{D25A00BA-8A55-4420-AC53-792011A889B4}" destId="{E20C9A71-22DE-4202-8081-4A186AFE0782}" srcOrd="0" destOrd="0" presId="urn:microsoft.com/office/officeart/2005/8/layout/default"/>
    <dgm:cxn modelId="{109333D4-46B1-4116-8F57-6FA936308AA5}" type="presOf" srcId="{F6E0247F-21AC-4D12-9E9A-71C65AB5ACB9}" destId="{34EF1100-3FFB-4589-88B3-87075731E0DE}" srcOrd="0" destOrd="0" presId="urn:microsoft.com/office/officeart/2005/8/layout/default"/>
    <dgm:cxn modelId="{6071FCE9-A111-49C0-B80D-5926EC44C3FF}" type="presOf" srcId="{54F3087C-6C80-4937-929F-FFA4BE4B166B}" destId="{9C31479C-05B5-4D99-BC86-AAD42964F5DE}" srcOrd="0" destOrd="0" presId="urn:microsoft.com/office/officeart/2005/8/layout/default"/>
    <dgm:cxn modelId="{450234F2-59EC-4618-A0B3-7D6E9EEBE03C}" type="presOf" srcId="{45B44592-7C2C-4B28-931B-D461F67AA0CE}" destId="{C5D2E897-8A2A-4DF8-8D7F-D316655D9969}" srcOrd="0" destOrd="0" presId="urn:microsoft.com/office/officeart/2005/8/layout/default"/>
    <dgm:cxn modelId="{5E2870F7-90C7-4B77-9386-989E73A52EB0}" srcId="{45B44592-7C2C-4B28-931B-D461F67AA0CE}" destId="{F6E0247F-21AC-4D12-9E9A-71C65AB5ACB9}" srcOrd="3" destOrd="0" parTransId="{59FE62D7-2373-42D3-8560-AA2308B5CF65}" sibTransId="{47B4B7E1-1942-4631-81DA-3B7FBD9C609E}"/>
    <dgm:cxn modelId="{CA1B92EE-646C-4831-84F4-D88A0D269E43}" type="presParOf" srcId="{C5D2E897-8A2A-4DF8-8D7F-D316655D9969}" destId="{9C31479C-05B5-4D99-BC86-AAD42964F5DE}" srcOrd="0" destOrd="0" presId="urn:microsoft.com/office/officeart/2005/8/layout/default"/>
    <dgm:cxn modelId="{286058C4-2338-425C-83D5-9CBEF4C2524F}" type="presParOf" srcId="{C5D2E897-8A2A-4DF8-8D7F-D316655D9969}" destId="{717782BB-8DD6-49B4-8B36-1EF3875FFD19}" srcOrd="1" destOrd="0" presId="urn:microsoft.com/office/officeart/2005/8/layout/default"/>
    <dgm:cxn modelId="{EB09E752-C6AE-4300-8315-421D587513E8}" type="presParOf" srcId="{C5D2E897-8A2A-4DF8-8D7F-D316655D9969}" destId="{E20C9A71-22DE-4202-8081-4A186AFE0782}" srcOrd="2" destOrd="0" presId="urn:microsoft.com/office/officeart/2005/8/layout/default"/>
    <dgm:cxn modelId="{0D744199-F659-4F52-AAB7-3F315F014878}" type="presParOf" srcId="{C5D2E897-8A2A-4DF8-8D7F-D316655D9969}" destId="{789E0D41-D10E-48E9-8E9D-33E93AEED8DE}" srcOrd="3" destOrd="0" presId="urn:microsoft.com/office/officeart/2005/8/layout/default"/>
    <dgm:cxn modelId="{D9BBB023-E871-4854-920C-2E736FBB7AFA}" type="presParOf" srcId="{C5D2E897-8A2A-4DF8-8D7F-D316655D9969}" destId="{C97A2E61-51B8-4CF1-884B-6260143E4F4A}" srcOrd="4" destOrd="0" presId="urn:microsoft.com/office/officeart/2005/8/layout/default"/>
    <dgm:cxn modelId="{A25AC7E4-3028-4381-9EF4-77769CC7C88E}" type="presParOf" srcId="{C5D2E897-8A2A-4DF8-8D7F-D316655D9969}" destId="{227723F0-FFDD-4BF1-812B-62DA56351D35}" srcOrd="5" destOrd="0" presId="urn:microsoft.com/office/officeart/2005/8/layout/default"/>
    <dgm:cxn modelId="{7579703F-D901-4723-9349-44150F918E1B}" type="presParOf" srcId="{C5D2E897-8A2A-4DF8-8D7F-D316655D9969}" destId="{34EF1100-3FFB-4589-88B3-87075731E0DE}" srcOrd="6" destOrd="0" presId="urn:microsoft.com/office/officeart/2005/8/layout/default"/>
    <dgm:cxn modelId="{F55073B9-BC0C-4CB8-9A89-9153FF091B9E}" type="presParOf" srcId="{C5D2E897-8A2A-4DF8-8D7F-D316655D9969}" destId="{BE0A6E26-6D81-48D6-ADE9-16276E44079D}" srcOrd="7" destOrd="0" presId="urn:microsoft.com/office/officeart/2005/8/layout/default"/>
    <dgm:cxn modelId="{3304AE5D-FBC9-4B10-98FC-FF3FD26A7238}" type="presParOf" srcId="{C5D2E897-8A2A-4DF8-8D7F-D316655D9969}" destId="{3E3861FC-7BF3-49A4-8019-3476B7C8799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C77E04-E1FD-48F6-A5EE-A0410AF4BAA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284B49-BCC4-474E-AEC0-2E05EF151530}">
      <dgm:prSet phldrT="[Text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&amp; Reliable Connections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FAE4D30-DDCF-48C9-A6E5-9AD6FA1CD68F}" type="parTrans" cxnId="{29061B1E-7BB6-4F82-9826-AE0054A6898B}">
      <dgm:prSet/>
      <dgm:spPr/>
      <dgm:t>
        <a:bodyPr/>
        <a:lstStyle/>
        <a:p>
          <a:endParaRPr lang="en-US"/>
        </a:p>
      </dgm:t>
    </dgm:pt>
    <dgm:pt modelId="{5430BD90-BBDC-43C9-BA7A-3BD5FBD2FF3D}" type="sibTrans" cxnId="{29061B1E-7BB6-4F82-9826-AE0054A6898B}">
      <dgm:prSet/>
      <dgm:spPr/>
      <dgm:t>
        <a:bodyPr/>
        <a:lstStyle/>
        <a:p>
          <a:endParaRPr lang="en-US"/>
        </a:p>
      </dgm:t>
    </dgm:pt>
    <dgm:pt modelId="{C88BE969-1FA9-4382-A2A3-FDD6A1DB6B12}">
      <dgm:prSet phldrT="[Text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Integration with IOT and AI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9111C65-F910-4E29-86B6-753B989CB287}" type="parTrans" cxnId="{3ADB2A86-5BCF-415C-BBF9-8FB5BD1AE8B6}">
      <dgm:prSet/>
      <dgm:spPr/>
      <dgm:t>
        <a:bodyPr/>
        <a:lstStyle/>
        <a:p>
          <a:endParaRPr lang="en-US"/>
        </a:p>
      </dgm:t>
    </dgm:pt>
    <dgm:pt modelId="{E946AB6B-1923-44A5-A79A-57480F206519}" type="sibTrans" cxnId="{3ADB2A86-5BCF-415C-BBF9-8FB5BD1AE8B6}">
      <dgm:prSet/>
      <dgm:spPr/>
      <dgm:t>
        <a:bodyPr/>
        <a:lstStyle/>
        <a:p>
          <a:endParaRPr lang="en-US"/>
        </a:p>
      </dgm:t>
    </dgm:pt>
    <dgm:pt modelId="{DABA7E4E-4384-4F66-AC7F-6D94A084447F}">
      <dgm:prSet phldrT="[Text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Smart City and Autonomous System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37E1285-427F-424A-AD0A-F8E7B01BA6A1}" type="parTrans" cxnId="{D5F991D6-5C74-4401-B05B-1FDD8410A8E3}">
      <dgm:prSet/>
      <dgm:spPr/>
      <dgm:t>
        <a:bodyPr/>
        <a:lstStyle/>
        <a:p>
          <a:endParaRPr lang="en-US"/>
        </a:p>
      </dgm:t>
    </dgm:pt>
    <dgm:pt modelId="{FF394341-3200-4F83-A079-504F38C1C06C}" type="sibTrans" cxnId="{D5F991D6-5C74-4401-B05B-1FDD8410A8E3}">
      <dgm:prSet/>
      <dgm:spPr/>
      <dgm:t>
        <a:bodyPr/>
        <a:lstStyle/>
        <a:p>
          <a:endParaRPr lang="en-US"/>
        </a:p>
      </dgm:t>
    </dgm:pt>
    <dgm:pt modelId="{FD7E52DA-4C08-4E87-9367-284E2450FF1B}" type="pres">
      <dgm:prSet presAssocID="{DEC77E04-E1FD-48F6-A5EE-A0410AF4BAA1}" presName="CompostProcess" presStyleCnt="0">
        <dgm:presLayoutVars>
          <dgm:dir/>
          <dgm:resizeHandles val="exact"/>
        </dgm:presLayoutVars>
      </dgm:prSet>
      <dgm:spPr/>
    </dgm:pt>
    <dgm:pt modelId="{7505B132-B55D-4EBB-B90F-A38588D064E4}" type="pres">
      <dgm:prSet presAssocID="{DEC77E04-E1FD-48F6-A5EE-A0410AF4BAA1}" presName="arrow" presStyleLbl="bgShp" presStyleIdx="0" presStyleCnt="1"/>
      <dgm:spPr/>
    </dgm:pt>
    <dgm:pt modelId="{DC2D7D60-7990-417E-9860-6F00D1DDF8DB}" type="pres">
      <dgm:prSet presAssocID="{DEC77E04-E1FD-48F6-A5EE-A0410AF4BAA1}" presName="linearProcess" presStyleCnt="0"/>
      <dgm:spPr/>
    </dgm:pt>
    <dgm:pt modelId="{1F585747-6AEE-4E5A-9CA2-4AAEC62F3F25}" type="pres">
      <dgm:prSet presAssocID="{E8284B49-BCC4-474E-AEC0-2E05EF151530}" presName="textNode" presStyleLbl="node1" presStyleIdx="0" presStyleCnt="3">
        <dgm:presLayoutVars>
          <dgm:bulletEnabled val="1"/>
        </dgm:presLayoutVars>
      </dgm:prSet>
      <dgm:spPr/>
    </dgm:pt>
    <dgm:pt modelId="{C3F377D4-26B0-49AB-97CB-C59AF73A6F04}" type="pres">
      <dgm:prSet presAssocID="{5430BD90-BBDC-43C9-BA7A-3BD5FBD2FF3D}" presName="sibTrans" presStyleCnt="0"/>
      <dgm:spPr/>
    </dgm:pt>
    <dgm:pt modelId="{3B2A3D00-B662-47E0-88E9-B4A011C4066B}" type="pres">
      <dgm:prSet presAssocID="{C88BE969-1FA9-4382-A2A3-FDD6A1DB6B12}" presName="textNode" presStyleLbl="node1" presStyleIdx="1" presStyleCnt="3">
        <dgm:presLayoutVars>
          <dgm:bulletEnabled val="1"/>
        </dgm:presLayoutVars>
      </dgm:prSet>
      <dgm:spPr/>
    </dgm:pt>
    <dgm:pt modelId="{2F96AD17-F4D4-4430-9148-A0A4F3A2E209}" type="pres">
      <dgm:prSet presAssocID="{E946AB6B-1923-44A5-A79A-57480F206519}" presName="sibTrans" presStyleCnt="0"/>
      <dgm:spPr/>
    </dgm:pt>
    <dgm:pt modelId="{4E853E26-6000-49E0-9CE9-205485EE72C2}" type="pres">
      <dgm:prSet presAssocID="{DABA7E4E-4384-4F66-AC7F-6D94A084447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9061B1E-7BB6-4F82-9826-AE0054A6898B}" srcId="{DEC77E04-E1FD-48F6-A5EE-A0410AF4BAA1}" destId="{E8284B49-BCC4-474E-AEC0-2E05EF151530}" srcOrd="0" destOrd="0" parTransId="{FFAE4D30-DDCF-48C9-A6E5-9AD6FA1CD68F}" sibTransId="{5430BD90-BBDC-43C9-BA7A-3BD5FBD2FF3D}"/>
    <dgm:cxn modelId="{48F61A38-C6CB-429D-9DB0-9F35A926440A}" type="presOf" srcId="{E8284B49-BCC4-474E-AEC0-2E05EF151530}" destId="{1F585747-6AEE-4E5A-9CA2-4AAEC62F3F25}" srcOrd="0" destOrd="0" presId="urn:microsoft.com/office/officeart/2005/8/layout/hProcess9"/>
    <dgm:cxn modelId="{E674135C-7574-4ADB-A81E-E0C151E5D1A2}" type="presOf" srcId="{DABA7E4E-4384-4F66-AC7F-6D94A084447F}" destId="{4E853E26-6000-49E0-9CE9-205485EE72C2}" srcOrd="0" destOrd="0" presId="urn:microsoft.com/office/officeart/2005/8/layout/hProcess9"/>
    <dgm:cxn modelId="{3ADB2A86-5BCF-415C-BBF9-8FB5BD1AE8B6}" srcId="{DEC77E04-E1FD-48F6-A5EE-A0410AF4BAA1}" destId="{C88BE969-1FA9-4382-A2A3-FDD6A1DB6B12}" srcOrd="1" destOrd="0" parTransId="{59111C65-F910-4E29-86B6-753B989CB287}" sibTransId="{E946AB6B-1923-44A5-A79A-57480F206519}"/>
    <dgm:cxn modelId="{C7634198-34E5-4DEB-9DEC-9D5E0605AFF6}" type="presOf" srcId="{DEC77E04-E1FD-48F6-A5EE-A0410AF4BAA1}" destId="{FD7E52DA-4C08-4E87-9367-284E2450FF1B}" srcOrd="0" destOrd="0" presId="urn:microsoft.com/office/officeart/2005/8/layout/hProcess9"/>
    <dgm:cxn modelId="{1D000EB7-4B8F-499F-90A4-9F038A9DB666}" type="presOf" srcId="{C88BE969-1FA9-4382-A2A3-FDD6A1DB6B12}" destId="{3B2A3D00-B662-47E0-88E9-B4A011C4066B}" srcOrd="0" destOrd="0" presId="urn:microsoft.com/office/officeart/2005/8/layout/hProcess9"/>
    <dgm:cxn modelId="{D5F991D6-5C74-4401-B05B-1FDD8410A8E3}" srcId="{DEC77E04-E1FD-48F6-A5EE-A0410AF4BAA1}" destId="{DABA7E4E-4384-4F66-AC7F-6D94A084447F}" srcOrd="2" destOrd="0" parTransId="{037E1285-427F-424A-AD0A-F8E7B01BA6A1}" sibTransId="{FF394341-3200-4F83-A079-504F38C1C06C}"/>
    <dgm:cxn modelId="{60315E44-9D06-4FD0-AE2F-CF957375228E}" type="presParOf" srcId="{FD7E52DA-4C08-4E87-9367-284E2450FF1B}" destId="{7505B132-B55D-4EBB-B90F-A38588D064E4}" srcOrd="0" destOrd="0" presId="urn:microsoft.com/office/officeart/2005/8/layout/hProcess9"/>
    <dgm:cxn modelId="{68A215AA-26B2-46A6-B829-18BD543BB8A8}" type="presParOf" srcId="{FD7E52DA-4C08-4E87-9367-284E2450FF1B}" destId="{DC2D7D60-7990-417E-9860-6F00D1DDF8DB}" srcOrd="1" destOrd="0" presId="urn:microsoft.com/office/officeart/2005/8/layout/hProcess9"/>
    <dgm:cxn modelId="{84CAA8C9-B734-4998-9E17-277296E2CAEE}" type="presParOf" srcId="{DC2D7D60-7990-417E-9860-6F00D1DDF8DB}" destId="{1F585747-6AEE-4E5A-9CA2-4AAEC62F3F25}" srcOrd="0" destOrd="0" presId="urn:microsoft.com/office/officeart/2005/8/layout/hProcess9"/>
    <dgm:cxn modelId="{B10BA246-B2BD-4555-8C18-CA71D1281F83}" type="presParOf" srcId="{DC2D7D60-7990-417E-9860-6F00D1DDF8DB}" destId="{C3F377D4-26B0-49AB-97CB-C59AF73A6F04}" srcOrd="1" destOrd="0" presId="urn:microsoft.com/office/officeart/2005/8/layout/hProcess9"/>
    <dgm:cxn modelId="{2AA89515-557E-4FD7-9922-41CC22472630}" type="presParOf" srcId="{DC2D7D60-7990-417E-9860-6F00D1DDF8DB}" destId="{3B2A3D00-B662-47E0-88E9-B4A011C4066B}" srcOrd="2" destOrd="0" presId="urn:microsoft.com/office/officeart/2005/8/layout/hProcess9"/>
    <dgm:cxn modelId="{049FDC70-00A3-432E-8987-1B902D293A9B}" type="presParOf" srcId="{DC2D7D60-7990-417E-9860-6F00D1DDF8DB}" destId="{2F96AD17-F4D4-4430-9148-A0A4F3A2E209}" srcOrd="3" destOrd="0" presId="urn:microsoft.com/office/officeart/2005/8/layout/hProcess9"/>
    <dgm:cxn modelId="{5A81C19C-FD96-4160-B509-6A613E1FEC0C}" type="presParOf" srcId="{DC2D7D60-7990-417E-9860-6F00D1DDF8DB}" destId="{4E853E26-6000-49E0-9CE9-205485EE72C2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BC0C0-9D51-4EF7-BFC1-5319AA69818D}">
      <dsp:nvSpPr>
        <dsp:cNvPr id="0" name=""/>
        <dsp:cNvSpPr/>
      </dsp:nvSpPr>
      <dsp:spPr>
        <a:xfrm>
          <a:off x="0" y="0"/>
          <a:ext cx="10515600" cy="4351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Wireless Wide Area Network (WWAN) is a wireless communication network that covers a large geographical area.</a:t>
          </a:r>
        </a:p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It uses cellular technologies such as 3G, 4G, LTE, and 5G to provide internet connectivity to mobile devices without relying on local Wi-Fi.</a:t>
          </a:r>
          <a:endParaRPr lang="en-US" sz="32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127446" y="127446"/>
        <a:ext cx="10260708" cy="4096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9CE1A-8E83-4187-B5DC-18534B169956}">
      <dsp:nvSpPr>
        <dsp:cNvPr id="0" name=""/>
        <dsp:cNvSpPr/>
      </dsp:nvSpPr>
      <dsp:spPr>
        <a:xfrm rot="16200000">
          <a:off x="-892918" y="898236"/>
          <a:ext cx="4209618" cy="2413145"/>
        </a:xfrm>
        <a:prstGeom prst="flowChartManualOperati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Mobile Devices</a:t>
          </a:r>
          <a:endParaRPr lang="en-US" sz="32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800" kern="1200" dirty="0">
              <a:solidFill>
                <a:schemeClr val="tx1">
                  <a:lumMod val="75000"/>
                  <a:lumOff val="25000"/>
                </a:schemeClr>
              </a:solidFill>
            </a:rPr>
            <a:t>User Equipment</a:t>
          </a:r>
          <a:endParaRPr lang="en-US" sz="2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5400000">
        <a:off x="5318" y="841924"/>
        <a:ext cx="2413145" cy="2525770"/>
      </dsp:txXfrm>
    </dsp:sp>
    <dsp:sp modelId="{350BED5A-8577-457E-8B4B-3EA5CF80FFCC}">
      <dsp:nvSpPr>
        <dsp:cNvPr id="0" name=""/>
        <dsp:cNvSpPr/>
      </dsp:nvSpPr>
      <dsp:spPr>
        <a:xfrm rot="16200000">
          <a:off x="1479363" y="972125"/>
          <a:ext cx="4209618" cy="2265366"/>
        </a:xfrm>
        <a:prstGeom prst="flowChartManualOperation">
          <a:avLst/>
        </a:prstGeom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Base Station</a:t>
          </a:r>
          <a:endParaRPr lang="en-US" sz="32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>
              <a:solidFill>
                <a:schemeClr val="tx1">
                  <a:lumMod val="75000"/>
                  <a:lumOff val="25000"/>
                </a:schemeClr>
              </a:solidFill>
            </a:rPr>
            <a:t>Cell Towers</a:t>
          </a:r>
          <a:endParaRPr lang="en-US" sz="2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5400000">
        <a:off x="2451489" y="841923"/>
        <a:ext cx="2265366" cy="2525770"/>
      </dsp:txXfrm>
    </dsp:sp>
    <dsp:sp modelId="{FBCBEF34-083F-418F-91E0-963BB9DB2D00}">
      <dsp:nvSpPr>
        <dsp:cNvPr id="0" name=""/>
        <dsp:cNvSpPr/>
      </dsp:nvSpPr>
      <dsp:spPr>
        <a:xfrm rot="16200000">
          <a:off x="4070167" y="629374"/>
          <a:ext cx="4209618" cy="2950869"/>
        </a:xfrm>
        <a:prstGeom prst="flowChartManualOperation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Core Network Infrastructure</a:t>
          </a:r>
          <a:endParaRPr lang="en-US" sz="32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5400000">
        <a:off x="4699542" y="841923"/>
        <a:ext cx="2950869" cy="2525770"/>
      </dsp:txXfrm>
    </dsp:sp>
    <dsp:sp modelId="{2550BB91-7D6A-42FF-B3D7-A6D270E25932}">
      <dsp:nvSpPr>
        <dsp:cNvPr id="0" name=""/>
        <dsp:cNvSpPr/>
      </dsp:nvSpPr>
      <dsp:spPr>
        <a:xfrm rot="16200000">
          <a:off x="6791906" y="883631"/>
          <a:ext cx="4209618" cy="2442354"/>
        </a:xfrm>
        <a:prstGeom prst="flowChartManualOperation">
          <a:avLst/>
        </a:prstGeom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0" tIns="0" rIns="240109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Internet Gateway</a:t>
          </a:r>
          <a:endParaRPr lang="en-US" sz="3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5400000">
        <a:off x="7675538" y="841923"/>
        <a:ext cx="2442354" cy="25257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1479C-05B5-4D99-BC86-AAD42964F5DE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2G</a:t>
          </a:r>
          <a:r>
            <a:rPr lang="en-GB" sz="31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Voice and SMS</a:t>
          </a:r>
          <a:endParaRPr lang="en-US" sz="3100" kern="1200" dirty="0">
            <a:solidFill>
              <a:schemeClr val="bg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9687"/>
        <a:ext cx="3286125" cy="1971675"/>
      </dsp:txXfrm>
    </dsp:sp>
    <dsp:sp modelId="{E20C9A71-22DE-4202-8081-4A186AFE0782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3G</a:t>
          </a:r>
          <a:r>
            <a:rPr lang="en-US" sz="31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Multimedia and Data</a:t>
          </a:r>
        </a:p>
      </dsp:txBody>
      <dsp:txXfrm>
        <a:off x="3614737" y="39687"/>
        <a:ext cx="3286125" cy="1971675"/>
      </dsp:txXfrm>
    </dsp:sp>
    <dsp:sp modelId="{C97A2E61-51B8-4CF1-884B-6260143E4F4A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4G</a:t>
          </a:r>
          <a:r>
            <a:rPr lang="en-GB" sz="31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High-speed Broadband</a:t>
          </a:r>
          <a:endParaRPr lang="en-US" sz="3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29475" y="39687"/>
        <a:ext cx="3286125" cy="1971675"/>
      </dsp:txXfrm>
    </dsp:sp>
    <dsp:sp modelId="{34EF1100-3FFB-4589-88B3-87075731E0DE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5G</a:t>
          </a:r>
          <a:r>
            <a:rPr lang="en-GB" sz="31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Ultra-fast, Low Latency Connection</a:t>
          </a:r>
          <a:endParaRPr lang="en-US" sz="3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07368" y="2339975"/>
        <a:ext cx="3286125" cy="1971675"/>
      </dsp:txXfrm>
    </dsp:sp>
    <dsp:sp modelId="{3E3861FC-7BF3-49A4-8019-3476B7C87999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Satellite </a:t>
          </a:r>
          <a:r>
            <a:rPr lang="en-GB" sz="4000" b="1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WWAN</a:t>
          </a:r>
          <a:r>
            <a:rPr lang="en-GB" sz="33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Global</a:t>
          </a:r>
          <a:r>
            <a:rPr lang="en-GB" sz="3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Coverage</a:t>
          </a:r>
          <a:endParaRPr lang="en-US" sz="3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422106" y="2339975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5B132-B55D-4EBB-B90F-A38588D064E4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85747-6AEE-4E5A-9CA2-4AAEC62F3F25}">
      <dsp:nvSpPr>
        <dsp:cNvPr id="0" name=""/>
        <dsp:cNvSpPr/>
      </dsp:nvSpPr>
      <dsp:spPr>
        <a:xfrm>
          <a:off x="356339" y="1305401"/>
          <a:ext cx="3154680" cy="1740535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&amp; Reliable Connections</a:t>
          </a:r>
          <a:endParaRPr lang="en-US" sz="3100" kern="1200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41305" y="1390367"/>
        <a:ext cx="2984748" cy="1570603"/>
      </dsp:txXfrm>
    </dsp:sp>
    <dsp:sp modelId="{3B2A3D00-B662-47E0-88E9-B4A011C4066B}">
      <dsp:nvSpPr>
        <dsp:cNvPr id="0" name=""/>
        <dsp:cNvSpPr/>
      </dsp:nvSpPr>
      <dsp:spPr>
        <a:xfrm>
          <a:off x="3680460" y="1305401"/>
          <a:ext cx="3154680" cy="1740535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Integration with IOT and AI</a:t>
          </a:r>
          <a:endParaRPr lang="en-US" sz="3100" kern="1200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65426" y="1390367"/>
        <a:ext cx="2984748" cy="1570603"/>
      </dsp:txXfrm>
    </dsp:sp>
    <dsp:sp modelId="{4E853E26-6000-49E0-9CE9-205485EE72C2}">
      <dsp:nvSpPr>
        <dsp:cNvPr id="0" name=""/>
        <dsp:cNvSpPr/>
      </dsp:nvSpPr>
      <dsp:spPr>
        <a:xfrm>
          <a:off x="7004580" y="1305401"/>
          <a:ext cx="3154680" cy="1740535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Smart City and Autonomous System</a:t>
          </a:r>
          <a:endParaRPr lang="en-US" sz="3100" kern="1200" dirty="0">
            <a:solidFill>
              <a:schemeClr val="tx1">
                <a:lumMod val="75000"/>
                <a:lumOff val="2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89546" y="1390367"/>
        <a:ext cx="2984748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987A5-7FD6-415F-8565-7C17FDA659F3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3D126-F40C-486D-BAE9-D6DE8BE65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7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07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94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82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3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9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89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76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60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63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3D126-F40C-486D-BAE9-D6DE8BE656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94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EA04-8998-5E9D-78C6-3CD951730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11DF7-968E-4CBC-A5A2-FE64E62A7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3CC3-66CE-34AB-FAEF-6418E07B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FABF8-C299-D361-7E64-539DB85D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C9241-DE3B-62F0-5E77-0F8CAE56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5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C418-B95B-F61A-2B34-61E8E54E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E599-2500-C4EF-FDA7-4C366D59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83F8A-B1C5-F261-A0FB-25A4AE83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C2DA9-A054-2FF9-6D41-E33DCC6E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50B0C-E1C2-DAB1-6F46-0161E936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5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366D-0E6C-0FD1-A526-4CEB0479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2934B-FD04-C591-0D29-5C55A461F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EFAD-5058-B543-C5D1-99502D38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0B03A-0026-8DD8-619F-5DE1C5BC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B291-04A6-9AA8-B95B-65DF1BB4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0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A81C-01D7-AB75-D6CB-4EF7A7A1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02D2-A775-644A-3986-75734ABD6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3C1CD-FDE7-17EF-3B90-E76A5A56D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AB450-156D-FF88-4775-8B029673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C1A86-E55F-D7B6-6F53-99A01717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07385-2576-573D-D171-B41F65A3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567B-1461-C204-9148-7712D607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4F417-F882-B97D-2746-9474CAF7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01C54-B9FD-1E7A-0546-9398576F7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92130-F110-B91B-693D-71CAAFD0F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13BEB-2656-AAA3-1B10-82797AAF5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FAFA2-62AE-0629-DF56-AFFBD663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53B7D-5E2E-7948-8B0A-F9552307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14725-4759-41A8-8262-8C37E139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E6A8-AB98-C8BC-A6FA-E9233456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59461-25CE-AC81-3310-556FAE02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EE585-1D01-A8B1-47E9-4C64AF5F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E1CE4-BD80-5403-787A-26163ACA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4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D550E-03E2-1CBF-2E1F-6B10EA29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86E06-CA36-E620-14DC-B20F52A6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FFC66-888F-D370-93F5-524B504B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9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2404-3BEB-2A26-DE15-0A362697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1666-98B1-476E-7A49-F303E4FF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CA954-CF7A-F502-0A62-F8AE90DA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E6717-D460-22FC-D413-DFA90ABD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C6CE2-C03A-F0A5-C949-9320DE4F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2489C-12A9-4A6A-793D-7BCA04A8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2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F1AE-A02F-66A4-0215-19E97015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EDB26-F72A-DF9E-B15F-4211287DF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5ECC1-4571-1CD0-3ECC-C01205CB9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7B8A1-9F57-5997-A6E9-96658F40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D3B60-CF97-589F-1125-A35B66B4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89FE7-F3CB-9719-F6F5-ABE66D88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3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3F2D-4980-1B21-6CB6-29F45AF3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0D4E3-F677-B2C1-6BFF-5CFA6F86A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6D3A-6131-E22E-608F-CA6745A8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39CC-7094-C69F-266F-79080C2F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34E8-0F1B-8FD0-C5AD-E8152CE1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9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3EB8C-100E-954F-6C37-195BC7D11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0758F-FDDF-C029-C045-7321D6EC9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2D555-F629-69DD-95B9-06A4389A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DAA3-5E47-A735-DA39-6BEFA399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5E35-86ED-77FC-07CA-3E4DD33A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6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CBE22B-CB12-2BE9-F8C1-A9007838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210F6-9A2F-A1E8-D3D4-06CFC368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B5CB2-2A80-DE11-E2CB-B9FE6D0EB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628EE-B19C-4A60-A040-2001AD0FF86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33374-2C38-64C3-C41F-D3EAA2F4D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6486E-FB40-40A1-82B8-01C7529D9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358D6-D8D7-4FAF-A57E-C5F6ABE6D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9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835C2-44C6-B690-DF1E-04400A2CA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6206"/>
            <a:ext cx="9144000" cy="1163927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tx2"/>
                </a:solidFill>
                <a:cs typeface="Helvetica" panose="020B0604020202020204" pitchFamily="34" charset="0"/>
              </a:rPr>
              <a:t>Mawlana </a:t>
            </a:r>
            <a:r>
              <a:rPr lang="en-US" sz="3000" b="1" dirty="0" err="1">
                <a:solidFill>
                  <a:schemeClr val="tx2"/>
                </a:solidFill>
                <a:cs typeface="Helvetica" panose="020B0604020202020204" pitchFamily="34" charset="0"/>
              </a:rPr>
              <a:t>Bhashani</a:t>
            </a:r>
            <a:r>
              <a:rPr lang="en-US" sz="3000" b="1" dirty="0">
                <a:solidFill>
                  <a:schemeClr val="tx2"/>
                </a:solidFill>
                <a:cs typeface="Helvetica" panose="020B0604020202020204" pitchFamily="34" charset="0"/>
              </a:rPr>
              <a:t> Science and Technology  University</a:t>
            </a:r>
            <a:endParaRPr lang="en-US" sz="3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5616D-DF9D-CBA4-E0CE-FD570F7C7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890" y="2210858"/>
            <a:ext cx="7158182" cy="1616507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Course Title: Wireless Communication</a:t>
            </a:r>
          </a:p>
          <a:p>
            <a:r>
              <a:rPr lang="en-US" sz="36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 Wide Area Network</a:t>
            </a:r>
            <a:br>
              <a:rPr lang="en-US" sz="36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36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(WWAN)</a:t>
            </a:r>
          </a:p>
          <a:p>
            <a:endParaRPr 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BF939-6982-864C-929E-CA3950EA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946" y="157227"/>
            <a:ext cx="1542798" cy="151973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75123B8-0169-A257-0B9B-D27D8094E248}"/>
              </a:ext>
            </a:extLst>
          </p:cNvPr>
          <p:cNvSpPr txBox="1">
            <a:spLocks/>
          </p:cNvSpPr>
          <p:nvPr/>
        </p:nvSpPr>
        <p:spPr>
          <a:xfrm>
            <a:off x="6483927" y="4105903"/>
            <a:ext cx="3454400" cy="11639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Course Instructor,</a:t>
            </a:r>
          </a:p>
          <a:p>
            <a:r>
              <a:rPr lang="en-US" sz="20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Md. Nazrul Islam</a:t>
            </a:r>
          </a:p>
          <a:p>
            <a:r>
              <a:rPr lang="en-US" sz="20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Associate Professor</a:t>
            </a:r>
          </a:p>
          <a:p>
            <a:r>
              <a:rPr lang="en-US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Dept. of ICT, MBSTU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A15E44C-C46C-7556-04CA-BAC7B2719645}"/>
              </a:ext>
            </a:extLst>
          </p:cNvPr>
          <p:cNvSpPr txBox="1">
            <a:spLocks/>
          </p:cNvSpPr>
          <p:nvPr/>
        </p:nvSpPr>
        <p:spPr>
          <a:xfrm>
            <a:off x="1870201" y="4105902"/>
            <a:ext cx="3454400" cy="11639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Presented by,</a:t>
            </a:r>
          </a:p>
          <a:p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Rocktim Chakma</a:t>
            </a:r>
          </a:p>
          <a:p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ID:IT-21052</a:t>
            </a:r>
            <a:b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Dept. of ICT, MBSTU</a:t>
            </a:r>
          </a:p>
        </p:txBody>
      </p:sp>
    </p:spTree>
    <p:extLst>
      <p:ext uri="{BB962C8B-B14F-4D97-AF65-F5344CB8AC3E}">
        <p14:creationId xmlns:p14="http://schemas.microsoft.com/office/powerpoint/2010/main" val="190469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AEB5-EE10-67B3-25C0-ED9C94B3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D41274-D2B7-B46D-8BE5-B0BDECD7A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9616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637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B2E3-258F-E7B2-2678-B270F463D6C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Characteristics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14569A-AC61-DDD5-4815-1BBFCB2A14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4454"/>
            <a:ext cx="997758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 large geographic areas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cellular technologies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mobility and roaming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on licensed frequencies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voice, data, and multimedia services</a:t>
            </a:r>
          </a:p>
        </p:txBody>
      </p:sp>
    </p:spTree>
    <p:extLst>
      <p:ext uri="{BB962C8B-B14F-4D97-AF65-F5344CB8AC3E}">
        <p14:creationId xmlns:p14="http://schemas.microsoft.com/office/powerpoint/2010/main" val="427110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6FCB-BF39-4C1C-FD62-9554D227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164" y="275840"/>
            <a:ext cx="4906818" cy="964911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System Architecture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80467A-928A-6254-9438-DAD7B9222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0781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AB7E892-D446-FA3D-2955-E09548B682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9438996"/>
              </p:ext>
            </p:extLst>
          </p:nvPr>
        </p:nvGraphicFramePr>
        <p:xfrm>
          <a:off x="838198" y="1967345"/>
          <a:ext cx="10515601" cy="4209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2696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156E-4783-6C8B-A805-4FABAEC8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WWAN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854CD3-ABCF-CC88-2880-AF00476746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6016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202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C575-39F4-B4A3-EBCE-7B603C47FB5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C6725A-06D4-C30C-D2A5-C550E83B3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55187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coverage area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mobility support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connectivity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IoT and mobile devices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communication anywhere</a:t>
            </a:r>
          </a:p>
        </p:txBody>
      </p:sp>
    </p:spTree>
    <p:extLst>
      <p:ext uri="{BB962C8B-B14F-4D97-AF65-F5344CB8AC3E}">
        <p14:creationId xmlns:p14="http://schemas.microsoft.com/office/powerpoint/2010/main" val="346334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0F85-F128-7EBD-B5D9-D946B11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8CC97-5DF8-1207-DA1C-4987589F8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setup and maintenance cost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 gaps in remote areas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latency than Wi-Fi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and privacy risks</a:t>
            </a:r>
          </a:p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consumption issues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4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C9D4-1EAE-1E5F-2D4A-707552879E2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A78D43-D7A6-ECCB-DC4B-03438F07F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14629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broadband access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 and smart devices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tracking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healthcare services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63464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EBAC-368F-D5EA-64A1-6AFAAEB6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of WWAN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7F6796-DD4F-2153-F62E-ED4824F9A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9228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925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7F8FB-F222-B836-443F-B4424760DA9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58F6-8D60-DBA5-E1DC-1B386DA2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WWAN enables global wireless communication and mobility.</a:t>
            </a:r>
            <a:b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essential for modern mobile networks and IoT systems, shaping the future of global connectivity.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43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7B7E8610-1645-D710-8E27-B5656E71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645" y="1562218"/>
            <a:ext cx="5488709" cy="3259164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03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268</Words>
  <Application>Microsoft Office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Helvetica</vt:lpstr>
      <vt:lpstr>Office Theme</vt:lpstr>
      <vt:lpstr>Mawlana Bhashani Science and Technology  University</vt:lpstr>
      <vt:lpstr>Introduction</vt:lpstr>
      <vt:lpstr>Characteristics</vt:lpstr>
      <vt:lpstr>System Architecture</vt:lpstr>
      <vt:lpstr>Types of WWAN</vt:lpstr>
      <vt:lpstr>Advantages</vt:lpstr>
      <vt:lpstr>Disadvantages</vt:lpstr>
      <vt:lpstr>Applications</vt:lpstr>
      <vt:lpstr>Future of WWAN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Rocktim Chakma</dc:creator>
  <cp:lastModifiedBy>Rocktim Chakma</cp:lastModifiedBy>
  <cp:revision>8</cp:revision>
  <dcterms:created xsi:type="dcterms:W3CDTF">2025-10-24T22:44:34Z</dcterms:created>
  <dcterms:modified xsi:type="dcterms:W3CDTF">2025-10-31T23:36:51Z</dcterms:modified>
</cp:coreProperties>
</file>